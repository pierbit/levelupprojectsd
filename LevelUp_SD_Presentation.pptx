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41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LevelUp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Dependability 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01168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Pierpaolo Cammardella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Salerno — Dipartimento di Informatica</a:t>
            </a:r>
            <a:endParaRPr lang="en-US" sz="13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A152DBD-A937-A8BD-534B-741E1DAFA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43643"/>
            <a:ext cx="6499355" cy="3094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</a:t>
            </a: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Java web application originally developed in 2021 for the TSW exam as an e-commerce platform to sell online courses, built with JSP, Servlets, and Apache Tomcat, backed by a MySQL database. For this context, the project was revived from a non-functional state, made buildable and testable again, and used as the target for applying the dependability techniques covered by the course.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35387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Servlets + JSP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4041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45445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504748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4663440" cy="420624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223760" y="1737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project built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00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80+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test suite built from scratch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→ deployed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&amp; running end to end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full pipeline of dependability techniques to a real, untested codebase.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01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locally and in CI/CD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specification (JML) verified with OpenJML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844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image, orchestrated via Compose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256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Test Suite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85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266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019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 campaign 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761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4008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743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6027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5844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mechanisms in CI/CD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443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0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4256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 (GitGuardian, Snyk, SonarCloud)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5285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40080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2669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unresolved vulnerabilities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and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checklist items, applied in sequence, each building on the last.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CI/CD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706499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35099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935099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92958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21558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321558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Compose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79417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8017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708017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65876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4476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094476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(JaCoCo)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252335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80935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80935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(PiTest)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38794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7394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67394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(JMH)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025253" y="3017520"/>
            <a:ext cx="228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53853" y="3017520"/>
            <a:ext cx="1157859" cy="1371600"/>
          </a:xfrm>
          <a:prstGeom prst="roundRect">
            <a:avLst>
              <a:gd name="adj" fmla="val 789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253853" y="3017520"/>
            <a:ext cx="115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tools)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Continuous Integration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9027"/>
            <a:ext cx="4670341" cy="4726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 produces a deployable .war for Tomcat 9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runs automatically on every push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service container is spun up in CI, initialized from schema.sql / seed.sql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JUnit suite runs against that real database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08084" y="584072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 — build job passing, MySQL service included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9279053F-07F9-0E71-4432-F39ECEE2F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580" y="1299027"/>
            <a:ext cx="6585808" cy="4259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Specification (JML / OpenJML)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methods spanning pagination, request validation, cart management, and pricing were annotated with JML preconditions, postconditions, and invariants, and verified using OpenJML's extended static checking.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5237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Paginator (all methods)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9809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RequestValidator.required() / gatherError()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34381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Carrello.addOggetto()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8953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Oggetto.setPrezzo()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68680" y="4352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RegisterValidator.isValidUsername() / isValidPassword()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BBBD52D2-2794-DEC0-32E2-05B3EE0A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028" y="1712840"/>
            <a:ext cx="3938104" cy="4733680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EDB82841-0755-8EF7-8801-988E2FB3C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091997"/>
            <a:ext cx="5553850" cy="971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— Containerization &amp; Orchestration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Dockerfile: Maven build stage → Tomcat runtime stage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orchestrates the app + a MySQL container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Auto-initialized from schema.sql and seed.sql on first start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published to Docker Hub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5170673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found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26280"/>
            <a:ext cx="47065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only by moving to Linux-based containers: a table-name case mismatch which was invisible on Windows/MySQL’s case-insensitive default, but a runtime SQL error on Linux.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59752" y="574432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repository page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9763189F-EC1D-0BA8-410C-B568AB7CC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38089"/>
            <a:ext cx="5913563" cy="40397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logic &amp; mocked HTTP layer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Paginator, RequestValidator, RegisterValidator, LoginValidator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62940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488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real MySQL database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UtenteManager, CorsoManager, CarrelloManager, OrdineManager, and more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this layer's entire job is coordinating with the DB correctly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tests / 13 test classes / manually designed / automatically executed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Mutation 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coverage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(JaCoCo)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33756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(JaCoCo)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mutation score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(PiTest)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91540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834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strength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(PiTest)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concentrated in the Manager/model layer (50–88%), matching where testing effort was deliberately focused. The controller layer is thinner (14–49%), reflecting thin coordination code delegating to already-tested methods. The gap between raw mutation score and test strength is  explained because 282 of 512 mutants sat on code the test suite never executed at all.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 (JMH)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CorsoQuery.search() is the most computationally complex pure-logic method in the codebase (string-building and branching over search conditions), was benchmarked in average-time mode.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26610"/>
            <a:ext cx="3307368" cy="2443001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1000"/>
          </a:p>
        </p:txBody>
      </p:sp>
      <p:sp>
        <p:nvSpPr>
          <p:cNvPr id="5" name="Text 3"/>
          <p:cNvSpPr txBox="1"/>
          <p:nvPr/>
        </p:nvSpPr>
        <p:spPr>
          <a:xfrm>
            <a:off x="822960" y="2308429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0.115 µs/op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5375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0.004, across 25 measured iterations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65231"/>
            <a:ext cx="2593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free computationally which confirms latency in this application comes from the database round-trip, not from in-application logic.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7913" y="533993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JMH benchmark console output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1B4CED5-4E35-B919-E9FC-47F2EB675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618" y="2103120"/>
            <a:ext cx="8103390" cy="31817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7276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GitGuardian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57276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hardcoded DB password across 3 files. Fixed: now supplied only via environment variable / CI secret.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0358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Snyk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03580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11 dependency CVEs. Fixed 10 via version upgrades; 1 unpatchable library documented via a .snyk policy.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49884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SonarCloud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49884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2 real vulnerabilities (weak password hashing, non-serializable session objects). One flagged issue confirmed a false positive.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silently excludes courses missing a category/tag/creator association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305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CarrelloManager.fetchCarrello() was completely non-functional (SQL statements that threw on every call and unimplemented stubs)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95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437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broken UPDATE queries found in different Manager classes (Several methods/lines of unreachable  or broken code)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570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(SHA-1) password hashing, replaced with bcrypt, verified end to end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2702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 objects stored in </a:t>
            </a:r>
            <a:r>
              <a:rPr lang="en-US" sz="15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HttpSession</a:t>
            </a: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(Reliability) 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bug which surfaced only by containerization on Linux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caught a different, complementary class of issue, no single tool would have found everything.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proves properties for all inputs meeting a contract while testing demonstrates behavior on realistic scenarios.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and security scanning both surfaced real, previously unknown defects in a five-year-old codebase.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real, deployed, tested, and security-reviewed application.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LevelUp — Software Dependability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984</Words>
  <Application>Microsoft Office PowerPoint</Application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PIERPAOLO CAMMARDELLA</cp:lastModifiedBy>
  <cp:revision>5</cp:revision>
  <dcterms:created xsi:type="dcterms:W3CDTF">2026-08-31T14:16:57Z</dcterms:created>
  <dcterms:modified xsi:type="dcterms:W3CDTF">2026-08-31T15:11:20Z</dcterms:modified>
</cp:coreProperties>
</file>